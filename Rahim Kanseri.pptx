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DE15285-DB4D-491A-B3F2-2805ED01E69F}" type="datetimeFigureOut">
              <a:rPr lang="tr-TR" smtClean="0"/>
              <a:t>23.04.2026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40F3DC5-9044-492A-BD1F-0AD8FE405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77542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15285-DB4D-491A-B3F2-2805ED01E69F}" type="datetimeFigureOut">
              <a:rPr lang="tr-TR" smtClean="0"/>
              <a:t>23.04.2026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F3DC5-9044-492A-BD1F-0AD8FE405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82622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15285-DB4D-491A-B3F2-2805ED01E69F}" type="datetimeFigureOut">
              <a:rPr lang="tr-TR" smtClean="0"/>
              <a:t>23.04.2026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F3DC5-9044-492A-BD1F-0AD8FE405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63333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15285-DB4D-491A-B3F2-2805ED01E69F}" type="datetimeFigureOut">
              <a:rPr lang="tr-TR" smtClean="0"/>
              <a:t>23.04.2026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F3DC5-9044-492A-BD1F-0AD8FE405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56516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15285-DB4D-491A-B3F2-2805ED01E69F}" type="datetimeFigureOut">
              <a:rPr lang="tr-TR" smtClean="0"/>
              <a:t>23.04.2026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F3DC5-9044-492A-BD1F-0AD8FE405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40428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15285-DB4D-491A-B3F2-2805ED01E69F}" type="datetimeFigureOut">
              <a:rPr lang="tr-TR" smtClean="0"/>
              <a:t>23.04.2026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F3DC5-9044-492A-BD1F-0AD8FE405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29942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15285-DB4D-491A-B3F2-2805ED01E69F}" type="datetimeFigureOut">
              <a:rPr lang="tr-TR" smtClean="0"/>
              <a:t>23.04.2026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F3DC5-9044-492A-BD1F-0AD8FE405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1424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15285-DB4D-491A-B3F2-2805ED01E69F}" type="datetimeFigureOut">
              <a:rPr lang="tr-TR" smtClean="0"/>
              <a:t>23.04.2026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F3DC5-9044-492A-BD1F-0AD8FE405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1785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15285-DB4D-491A-B3F2-2805ED01E69F}" type="datetimeFigureOut">
              <a:rPr lang="tr-TR" smtClean="0"/>
              <a:t>23.04.2026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F3DC5-9044-492A-BD1F-0AD8FE405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5337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15285-DB4D-491A-B3F2-2805ED01E69F}" type="datetimeFigureOut">
              <a:rPr lang="tr-TR" smtClean="0"/>
              <a:t>23.04.2026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F3DC5-9044-492A-BD1F-0AD8FE405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48486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15285-DB4D-491A-B3F2-2805ED01E69F}" type="datetimeFigureOut">
              <a:rPr lang="tr-TR" smtClean="0"/>
              <a:t>23.04.2026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F3DC5-9044-492A-BD1F-0AD8FE405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268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15285-DB4D-491A-B3F2-2805ED01E69F}" type="datetimeFigureOut">
              <a:rPr lang="tr-TR" smtClean="0"/>
              <a:t>23.04.2026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F3DC5-9044-492A-BD1F-0AD8FE405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92148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15285-DB4D-491A-B3F2-2805ED01E69F}" type="datetimeFigureOut">
              <a:rPr lang="tr-TR" smtClean="0"/>
              <a:t>23.04.2026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F3DC5-9044-492A-BD1F-0AD8FE405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18072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15285-DB4D-491A-B3F2-2805ED01E69F}" type="datetimeFigureOut">
              <a:rPr lang="tr-TR" smtClean="0"/>
              <a:t>23.04.2026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F3DC5-9044-492A-BD1F-0AD8FE405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3867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15285-DB4D-491A-B3F2-2805ED01E69F}" type="datetimeFigureOut">
              <a:rPr lang="tr-TR" smtClean="0"/>
              <a:t>23.04.2026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F3DC5-9044-492A-BD1F-0AD8FE405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4714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9DE15285-DB4D-491A-B3F2-2805ED01E69F}" type="datetimeFigureOut">
              <a:rPr lang="tr-TR" smtClean="0"/>
              <a:t>23.04.2026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F3DC5-9044-492A-BD1F-0AD8FE405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7147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DE15285-DB4D-491A-B3F2-2805ED01E69F}" type="datetimeFigureOut">
              <a:rPr lang="tr-TR" smtClean="0"/>
              <a:t>23.04.2026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F3DC5-9044-492A-BD1F-0AD8FE405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19231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DE15285-DB4D-491A-B3F2-2805ED01E69F}" type="datetimeFigureOut">
              <a:rPr lang="tr-TR" smtClean="0"/>
              <a:t>23.04.2026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tr-TR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40F3DC5-9044-492A-BD1F-0AD8FE405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92990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1737608-CBA7-48AA-FB41-6B4EF38BCD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MAKİNE ÖĞRENMESİ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596B43B2-2240-762B-2FB7-80DAB0547C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RAHİM KANSERİ SUNUMU</a:t>
            </a:r>
          </a:p>
        </p:txBody>
      </p:sp>
    </p:spTree>
    <p:extLst>
      <p:ext uri="{BB962C8B-B14F-4D97-AF65-F5344CB8AC3E}">
        <p14:creationId xmlns:p14="http://schemas.microsoft.com/office/powerpoint/2010/main" val="2413515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AE1CD15-3292-123F-E3B5-8F7B2AD8A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Kütüphane: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D447AB7-1AA8-AF19-49AB-4CDCFE1221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dirty="0" err="1"/>
              <a:t>import</a:t>
            </a:r>
            <a:r>
              <a:rPr lang="tr-TR" dirty="0"/>
              <a:t> </a:t>
            </a:r>
            <a:r>
              <a:rPr lang="tr-TR" dirty="0" err="1"/>
              <a:t>pandas</a:t>
            </a:r>
            <a:r>
              <a:rPr lang="tr-TR" dirty="0"/>
              <a:t> as </a:t>
            </a:r>
            <a:r>
              <a:rPr lang="tr-TR" dirty="0" err="1"/>
              <a:t>pd</a:t>
            </a:r>
            <a:endParaRPr lang="tr-TR" dirty="0"/>
          </a:p>
          <a:p>
            <a:r>
              <a:rPr lang="tr-TR" dirty="0" err="1"/>
              <a:t>import</a:t>
            </a:r>
            <a:r>
              <a:rPr lang="tr-TR" dirty="0"/>
              <a:t> </a:t>
            </a:r>
            <a:r>
              <a:rPr lang="tr-TR" dirty="0" err="1"/>
              <a:t>numpy</a:t>
            </a:r>
            <a:r>
              <a:rPr lang="tr-TR" dirty="0"/>
              <a:t> as </a:t>
            </a:r>
            <a:r>
              <a:rPr lang="tr-TR" dirty="0" err="1"/>
              <a:t>np</a:t>
            </a:r>
            <a:endParaRPr lang="tr-TR" dirty="0"/>
          </a:p>
          <a:p>
            <a:r>
              <a:rPr lang="tr-TR" dirty="0" err="1"/>
              <a:t>import</a:t>
            </a:r>
            <a:r>
              <a:rPr lang="tr-TR" dirty="0"/>
              <a:t> </a:t>
            </a:r>
            <a:r>
              <a:rPr lang="tr-TR" dirty="0" err="1"/>
              <a:t>matplotlib.pyplot</a:t>
            </a:r>
            <a:r>
              <a:rPr lang="tr-TR" dirty="0"/>
              <a:t> as </a:t>
            </a:r>
            <a:r>
              <a:rPr lang="tr-TR" dirty="0" err="1"/>
              <a:t>plt</a:t>
            </a:r>
            <a:endParaRPr lang="tr-TR" dirty="0"/>
          </a:p>
          <a:p>
            <a:r>
              <a:rPr lang="tr-TR" dirty="0" err="1"/>
              <a:t>import</a:t>
            </a:r>
            <a:r>
              <a:rPr lang="tr-TR" dirty="0"/>
              <a:t> </a:t>
            </a:r>
            <a:r>
              <a:rPr lang="tr-TR" dirty="0" err="1"/>
              <a:t>seaborn</a:t>
            </a:r>
            <a:r>
              <a:rPr lang="tr-TR" dirty="0"/>
              <a:t> as </a:t>
            </a:r>
            <a:r>
              <a:rPr lang="tr-TR" dirty="0" err="1"/>
              <a:t>sns</a:t>
            </a:r>
            <a:endParaRPr lang="tr-TR" dirty="0"/>
          </a:p>
          <a:p>
            <a:r>
              <a:rPr lang="tr-TR" dirty="0" err="1"/>
              <a:t>import</a:t>
            </a:r>
            <a:r>
              <a:rPr lang="tr-TR" dirty="0"/>
              <a:t> </a:t>
            </a:r>
            <a:r>
              <a:rPr lang="tr-TR" dirty="0" err="1"/>
              <a:t>missingno</a:t>
            </a:r>
            <a:r>
              <a:rPr lang="tr-TR" dirty="0"/>
              <a:t> as </a:t>
            </a:r>
            <a:r>
              <a:rPr lang="tr-TR" dirty="0" err="1"/>
              <a:t>msno</a:t>
            </a:r>
            <a:endParaRPr lang="tr-TR" dirty="0"/>
          </a:p>
          <a:p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sklearn.experimental</a:t>
            </a:r>
            <a:r>
              <a:rPr lang="tr-TR" dirty="0"/>
              <a:t> </a:t>
            </a:r>
            <a:r>
              <a:rPr lang="tr-TR" dirty="0" err="1"/>
              <a:t>import</a:t>
            </a:r>
            <a:r>
              <a:rPr lang="tr-TR" dirty="0"/>
              <a:t> </a:t>
            </a:r>
            <a:r>
              <a:rPr lang="tr-TR" dirty="0" err="1"/>
              <a:t>enable_iterative_imputer</a:t>
            </a:r>
            <a:endParaRPr lang="tr-TR" dirty="0"/>
          </a:p>
          <a:p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sklearn.impute</a:t>
            </a:r>
            <a:r>
              <a:rPr lang="tr-TR" dirty="0"/>
              <a:t> </a:t>
            </a:r>
            <a:r>
              <a:rPr lang="tr-TR" dirty="0" err="1"/>
              <a:t>import</a:t>
            </a:r>
            <a:r>
              <a:rPr lang="tr-TR" dirty="0"/>
              <a:t> </a:t>
            </a:r>
            <a:r>
              <a:rPr lang="tr-TR" dirty="0" err="1"/>
              <a:t>IterativeImputer,SimpleImputer</a:t>
            </a:r>
            <a:endParaRPr lang="tr-TR" dirty="0"/>
          </a:p>
          <a:p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sklearn.preprocessing</a:t>
            </a:r>
            <a:r>
              <a:rPr lang="tr-TR" dirty="0"/>
              <a:t> </a:t>
            </a:r>
            <a:r>
              <a:rPr lang="tr-TR" dirty="0" err="1"/>
              <a:t>import</a:t>
            </a:r>
            <a:r>
              <a:rPr lang="tr-TR" dirty="0"/>
              <a:t> </a:t>
            </a:r>
            <a:r>
              <a:rPr lang="tr-TR" dirty="0" err="1"/>
              <a:t>LabelEncoder,OneHotEncoder</a:t>
            </a:r>
            <a:endParaRPr lang="tr-TR" dirty="0"/>
          </a:p>
          <a:p>
            <a:endParaRPr lang="tr-TR" dirty="0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B5D9492-9851-EC42-D272-D97622934B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sklearn.preprocessing</a:t>
            </a:r>
            <a:r>
              <a:rPr lang="tr-TR" dirty="0"/>
              <a:t> </a:t>
            </a:r>
            <a:r>
              <a:rPr lang="tr-TR" dirty="0" err="1"/>
              <a:t>import</a:t>
            </a:r>
            <a:r>
              <a:rPr lang="tr-TR" dirty="0"/>
              <a:t> </a:t>
            </a:r>
            <a:r>
              <a:rPr lang="tr-TR" dirty="0" err="1"/>
              <a:t>MinMaxScaler</a:t>
            </a:r>
            <a:endParaRPr lang="tr-TR" dirty="0"/>
          </a:p>
          <a:p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sklearn.model_selection</a:t>
            </a:r>
            <a:r>
              <a:rPr lang="tr-TR" dirty="0"/>
              <a:t> </a:t>
            </a:r>
            <a:r>
              <a:rPr lang="tr-TR" dirty="0" err="1"/>
              <a:t>import</a:t>
            </a:r>
            <a:r>
              <a:rPr lang="tr-TR" dirty="0"/>
              <a:t> </a:t>
            </a:r>
            <a:r>
              <a:rPr lang="tr-TR" dirty="0" err="1"/>
              <a:t>train_test_split</a:t>
            </a:r>
            <a:r>
              <a:rPr lang="tr-TR" dirty="0"/>
              <a:t>, </a:t>
            </a:r>
            <a:r>
              <a:rPr lang="tr-TR" dirty="0" err="1"/>
              <a:t>cross_validate</a:t>
            </a:r>
            <a:r>
              <a:rPr lang="tr-TR" dirty="0"/>
              <a:t>, </a:t>
            </a:r>
            <a:r>
              <a:rPr lang="tr-TR" dirty="0" err="1"/>
              <a:t>GridSearchCV</a:t>
            </a:r>
            <a:endParaRPr lang="tr-TR" dirty="0"/>
          </a:p>
          <a:p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sklearn.neighbors</a:t>
            </a:r>
            <a:r>
              <a:rPr lang="tr-TR" dirty="0"/>
              <a:t> </a:t>
            </a:r>
            <a:r>
              <a:rPr lang="tr-TR" dirty="0" err="1"/>
              <a:t>import</a:t>
            </a:r>
            <a:r>
              <a:rPr lang="tr-TR" dirty="0"/>
              <a:t> </a:t>
            </a:r>
            <a:r>
              <a:rPr lang="tr-TR" dirty="0" err="1"/>
              <a:t>KNeighborsClassifier</a:t>
            </a:r>
            <a:endParaRPr lang="tr-TR" dirty="0"/>
          </a:p>
          <a:p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sklearn.metrics</a:t>
            </a:r>
            <a:r>
              <a:rPr lang="tr-TR" dirty="0"/>
              <a:t> </a:t>
            </a:r>
            <a:r>
              <a:rPr lang="tr-TR" dirty="0" err="1"/>
              <a:t>import</a:t>
            </a:r>
            <a:r>
              <a:rPr lang="tr-TR" dirty="0"/>
              <a:t> </a:t>
            </a:r>
            <a:r>
              <a:rPr lang="tr-TR" dirty="0" err="1"/>
              <a:t>accuracy_score</a:t>
            </a:r>
            <a:endParaRPr lang="tr-TR" dirty="0"/>
          </a:p>
          <a:p>
            <a:endParaRPr lang="tr-TR" dirty="0"/>
          </a:p>
          <a:p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imblearn.over_sampling</a:t>
            </a:r>
            <a:r>
              <a:rPr lang="tr-TR" dirty="0"/>
              <a:t> </a:t>
            </a:r>
            <a:r>
              <a:rPr lang="tr-TR" dirty="0" err="1"/>
              <a:t>import</a:t>
            </a:r>
            <a:r>
              <a:rPr lang="tr-TR" dirty="0"/>
              <a:t> SMOTE</a:t>
            </a:r>
          </a:p>
          <a:p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imblearn.under_sampling</a:t>
            </a:r>
            <a:r>
              <a:rPr lang="tr-TR" dirty="0"/>
              <a:t> </a:t>
            </a:r>
            <a:r>
              <a:rPr lang="tr-TR" dirty="0" err="1"/>
              <a:t>import</a:t>
            </a:r>
            <a:r>
              <a:rPr lang="tr-TR" dirty="0"/>
              <a:t> </a:t>
            </a:r>
            <a:r>
              <a:rPr lang="tr-TR" dirty="0" err="1"/>
              <a:t>NearMiss</a:t>
            </a:r>
            <a:endParaRPr lang="tr-TR" dirty="0"/>
          </a:p>
          <a:p>
            <a:endParaRPr lang="tr-TR" dirty="0"/>
          </a:p>
          <a:p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collections</a:t>
            </a:r>
            <a:r>
              <a:rPr lang="tr-TR" dirty="0"/>
              <a:t> </a:t>
            </a:r>
            <a:r>
              <a:rPr lang="tr-TR" dirty="0" err="1"/>
              <a:t>import</a:t>
            </a:r>
            <a:r>
              <a:rPr lang="tr-TR" dirty="0"/>
              <a:t> Counter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41313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139E5D7-8BEE-A482-4C66-67A4C28D3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7324935-A694-21BB-EDFF-1BEE9E3AD7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 err="1"/>
              <a:t>df</a:t>
            </a:r>
            <a:r>
              <a:rPr lang="tr-TR" dirty="0"/>
              <a:t> = </a:t>
            </a:r>
            <a:r>
              <a:rPr lang="tr-TR" dirty="0" err="1"/>
              <a:t>pd.read_csv</a:t>
            </a:r>
            <a:r>
              <a:rPr lang="tr-TR" dirty="0"/>
              <a:t>('/</a:t>
            </a:r>
            <a:r>
              <a:rPr lang="tr-TR" dirty="0" err="1"/>
              <a:t>content</a:t>
            </a:r>
            <a:r>
              <a:rPr lang="tr-TR" dirty="0"/>
              <a:t>/</a:t>
            </a:r>
            <a:r>
              <a:rPr lang="tr-TR" dirty="0" err="1"/>
              <a:t>Uterine</a:t>
            </a:r>
            <a:r>
              <a:rPr lang="tr-TR" dirty="0"/>
              <a:t> </a:t>
            </a:r>
            <a:r>
              <a:rPr lang="tr-TR" dirty="0" err="1"/>
              <a:t>Corpus</a:t>
            </a:r>
            <a:r>
              <a:rPr lang="tr-TR" dirty="0"/>
              <a:t> Endometrial Carcinoma.csv’)</a:t>
            </a:r>
          </a:p>
          <a:p>
            <a:r>
              <a:rPr lang="tr-TR" dirty="0" err="1"/>
              <a:t>df.head</a:t>
            </a:r>
            <a:r>
              <a:rPr lang="tr-TR" dirty="0"/>
              <a:t>()</a:t>
            </a:r>
          </a:p>
          <a:p>
            <a:r>
              <a:rPr lang="tr-TR" dirty="0" err="1"/>
              <a:t>df.shape</a:t>
            </a:r>
            <a:endParaRPr lang="tr-TR" dirty="0"/>
          </a:p>
          <a:p>
            <a:r>
              <a:rPr lang="tr-TR" dirty="0"/>
              <a:t>df.info()</a:t>
            </a:r>
          </a:p>
          <a:p>
            <a:r>
              <a:rPr lang="tr-TR" dirty="0" err="1"/>
              <a:t>df.describe</a:t>
            </a:r>
            <a:r>
              <a:rPr lang="tr-TR" dirty="0"/>
              <a:t>()</a:t>
            </a:r>
          </a:p>
          <a:p>
            <a:r>
              <a:rPr lang="tr-TR" dirty="0" err="1"/>
              <a:t>df.drop</a:t>
            </a:r>
            <a:endParaRPr lang="tr-TR" dirty="0"/>
          </a:p>
          <a:p>
            <a:r>
              <a:rPr lang="tr-TR" dirty="0" err="1"/>
              <a:t>df.rename</a:t>
            </a:r>
            <a:endParaRPr lang="tr-TR" dirty="0"/>
          </a:p>
          <a:p>
            <a:r>
              <a:rPr lang="tr-TR" dirty="0" err="1"/>
              <a:t>num_features</a:t>
            </a:r>
            <a:r>
              <a:rPr lang="tr-TR" dirty="0"/>
              <a:t> =</a:t>
            </a:r>
          </a:p>
          <a:p>
            <a:endParaRPr lang="tr-TR" dirty="0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D6AA318-8C46-1EC8-A160-1DECFC6D5A5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tr-TR" dirty="0" err="1"/>
              <a:t>Csv</a:t>
            </a:r>
            <a:r>
              <a:rPr lang="tr-TR" dirty="0"/>
              <a:t> dosyası okunur.</a:t>
            </a:r>
          </a:p>
          <a:p>
            <a:r>
              <a:rPr lang="tr-TR" dirty="0"/>
              <a:t>İlk 5 satır gösterilir.</a:t>
            </a:r>
          </a:p>
          <a:p>
            <a:r>
              <a:rPr lang="tr-TR" dirty="0"/>
              <a:t>Verinin satır, sütun sayısını gösterir.</a:t>
            </a:r>
          </a:p>
          <a:p>
            <a:r>
              <a:rPr lang="tr-TR" dirty="0"/>
              <a:t>Hangi verilerde eksik olduğunu gösterir.</a:t>
            </a:r>
          </a:p>
          <a:p>
            <a:r>
              <a:rPr lang="tr-TR" dirty="0"/>
              <a:t>Verinin standart sapmasını hesaplar.</a:t>
            </a:r>
          </a:p>
          <a:p>
            <a:r>
              <a:rPr lang="tr-TR" dirty="0"/>
              <a:t>Gereksiz sütunları siler.</a:t>
            </a:r>
          </a:p>
          <a:p>
            <a:r>
              <a:rPr lang="tr-TR" dirty="0"/>
              <a:t>Yeni isim vermek için kullanılır.</a:t>
            </a:r>
          </a:p>
          <a:p>
            <a:r>
              <a:rPr lang="tr-TR" dirty="0"/>
              <a:t>Sayısal verileri alır.</a:t>
            </a:r>
          </a:p>
        </p:txBody>
      </p:sp>
    </p:spTree>
    <p:extLst>
      <p:ext uri="{BB962C8B-B14F-4D97-AF65-F5344CB8AC3E}">
        <p14:creationId xmlns:p14="http://schemas.microsoft.com/office/powerpoint/2010/main" val="4038919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1EB67BE-FFD6-9F46-5580-B8E15B966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32E2F66-C8E4-0B62-70DD-5F3DE8BB40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6437" y="2603500"/>
            <a:ext cx="5473675" cy="3797300"/>
          </a:xfrm>
        </p:spPr>
        <p:txBody>
          <a:bodyPr>
            <a:normAutofit fontScale="85000" lnSpcReduction="20000"/>
          </a:bodyPr>
          <a:lstStyle/>
          <a:p>
            <a:r>
              <a:rPr lang="tr-TR" dirty="0" err="1"/>
              <a:t>sns.set</a:t>
            </a:r>
            <a:r>
              <a:rPr lang="tr-TR" dirty="0"/>
              <a:t>(</a:t>
            </a:r>
            <a:r>
              <a:rPr lang="tr-TR" dirty="0" err="1"/>
              <a:t>style</a:t>
            </a:r>
            <a:r>
              <a:rPr lang="tr-TR" dirty="0"/>
              <a:t>="</a:t>
            </a:r>
            <a:r>
              <a:rPr lang="tr-TR" dirty="0" err="1"/>
              <a:t>whitegrid</a:t>
            </a:r>
            <a:r>
              <a:rPr lang="tr-TR" dirty="0"/>
              <a:t>")  </a:t>
            </a:r>
          </a:p>
          <a:p>
            <a:r>
              <a:rPr lang="tr-TR" dirty="0" err="1"/>
              <a:t>fig,axs</a:t>
            </a:r>
            <a:r>
              <a:rPr lang="tr-TR" dirty="0"/>
              <a:t> = </a:t>
            </a:r>
            <a:r>
              <a:rPr lang="tr-TR" dirty="0" err="1"/>
              <a:t>plt.subplots</a:t>
            </a:r>
            <a:r>
              <a:rPr lang="tr-TR" dirty="0"/>
              <a:t>(3,2, </a:t>
            </a:r>
            <a:r>
              <a:rPr lang="tr-TR" dirty="0" err="1"/>
              <a:t>figsize</a:t>
            </a:r>
            <a:r>
              <a:rPr lang="tr-TR" dirty="0"/>
              <a:t> = (8, 10))</a:t>
            </a:r>
          </a:p>
          <a:p>
            <a:r>
              <a:rPr lang="tr-TR" dirty="0" err="1"/>
              <a:t>sns.histplot</a:t>
            </a:r>
            <a:r>
              <a:rPr lang="tr-TR" dirty="0"/>
              <a:t>(data=</a:t>
            </a:r>
            <a:r>
              <a:rPr lang="tr-TR" dirty="0" err="1"/>
              <a:t>final_df</a:t>
            </a:r>
            <a:r>
              <a:rPr lang="tr-TR" dirty="0"/>
              <a:t>, x=</a:t>
            </a:r>
            <a:r>
              <a:rPr lang="tr-TR" dirty="0" err="1"/>
              <a:t>num_features</a:t>
            </a:r>
            <a:r>
              <a:rPr lang="tr-TR" dirty="0"/>
              <a:t>[0], </a:t>
            </a:r>
            <a:r>
              <a:rPr lang="tr-TR" dirty="0" err="1"/>
              <a:t>kde</a:t>
            </a:r>
            <a:r>
              <a:rPr lang="tr-TR" dirty="0"/>
              <a:t>=True, </a:t>
            </a:r>
            <a:r>
              <a:rPr lang="tr-TR" dirty="0" err="1"/>
              <a:t>color</a:t>
            </a:r>
            <a:r>
              <a:rPr lang="tr-TR" dirty="0"/>
              <a:t>="</a:t>
            </a:r>
            <a:r>
              <a:rPr lang="tr-TR" dirty="0" err="1"/>
              <a:t>skyblue</a:t>
            </a:r>
            <a:r>
              <a:rPr lang="tr-TR" dirty="0"/>
              <a:t>", </a:t>
            </a:r>
            <a:r>
              <a:rPr lang="tr-TR" dirty="0" err="1"/>
              <a:t>ax</a:t>
            </a:r>
            <a:r>
              <a:rPr lang="tr-TR" dirty="0"/>
              <a:t>=</a:t>
            </a:r>
            <a:r>
              <a:rPr lang="tr-TR" dirty="0" err="1"/>
              <a:t>axs</a:t>
            </a:r>
            <a:r>
              <a:rPr lang="tr-TR" dirty="0"/>
              <a:t>[0, 0])</a:t>
            </a:r>
          </a:p>
          <a:p>
            <a:r>
              <a:rPr lang="tr-TR" dirty="0" err="1"/>
              <a:t>sns.histplot</a:t>
            </a:r>
            <a:r>
              <a:rPr lang="tr-TR" dirty="0"/>
              <a:t>(data=</a:t>
            </a:r>
            <a:r>
              <a:rPr lang="tr-TR" dirty="0" err="1"/>
              <a:t>final_df</a:t>
            </a:r>
            <a:r>
              <a:rPr lang="tr-TR" dirty="0"/>
              <a:t>, x=</a:t>
            </a:r>
            <a:r>
              <a:rPr lang="tr-TR" dirty="0" err="1"/>
              <a:t>num_features</a:t>
            </a:r>
            <a:r>
              <a:rPr lang="tr-TR" dirty="0"/>
              <a:t>[1], </a:t>
            </a:r>
            <a:r>
              <a:rPr lang="tr-TR" dirty="0" err="1"/>
              <a:t>kde</a:t>
            </a:r>
            <a:r>
              <a:rPr lang="tr-TR" dirty="0"/>
              <a:t>=True, </a:t>
            </a:r>
            <a:r>
              <a:rPr lang="tr-TR" dirty="0" err="1"/>
              <a:t>color</a:t>
            </a:r>
            <a:r>
              <a:rPr lang="tr-TR" dirty="0"/>
              <a:t>="</a:t>
            </a:r>
            <a:r>
              <a:rPr lang="tr-TR" dirty="0" err="1"/>
              <a:t>olive</a:t>
            </a:r>
            <a:r>
              <a:rPr lang="tr-TR" dirty="0"/>
              <a:t>", </a:t>
            </a:r>
            <a:r>
              <a:rPr lang="tr-TR" dirty="0" err="1"/>
              <a:t>ax</a:t>
            </a:r>
            <a:r>
              <a:rPr lang="tr-TR" dirty="0"/>
              <a:t>=</a:t>
            </a:r>
            <a:r>
              <a:rPr lang="tr-TR" dirty="0" err="1"/>
              <a:t>axs</a:t>
            </a:r>
            <a:r>
              <a:rPr lang="tr-TR" dirty="0"/>
              <a:t>[0, 1])</a:t>
            </a:r>
          </a:p>
          <a:p>
            <a:r>
              <a:rPr lang="tr-TR" dirty="0" err="1"/>
              <a:t>sns.histplot</a:t>
            </a:r>
            <a:r>
              <a:rPr lang="tr-TR" dirty="0"/>
              <a:t>(data=</a:t>
            </a:r>
            <a:r>
              <a:rPr lang="tr-TR" dirty="0" err="1"/>
              <a:t>final_df</a:t>
            </a:r>
            <a:r>
              <a:rPr lang="tr-TR" dirty="0"/>
              <a:t>, x=</a:t>
            </a:r>
            <a:r>
              <a:rPr lang="tr-TR" dirty="0" err="1"/>
              <a:t>num_features</a:t>
            </a:r>
            <a:r>
              <a:rPr lang="tr-TR" dirty="0"/>
              <a:t>[2], </a:t>
            </a:r>
            <a:r>
              <a:rPr lang="tr-TR" dirty="0" err="1"/>
              <a:t>kde</a:t>
            </a:r>
            <a:r>
              <a:rPr lang="tr-TR" dirty="0"/>
              <a:t>=True, </a:t>
            </a:r>
            <a:r>
              <a:rPr lang="tr-TR" dirty="0" err="1"/>
              <a:t>color</a:t>
            </a:r>
            <a:r>
              <a:rPr lang="tr-TR" dirty="0"/>
              <a:t>="</a:t>
            </a:r>
            <a:r>
              <a:rPr lang="tr-TR" dirty="0" err="1"/>
              <a:t>gold</a:t>
            </a:r>
            <a:r>
              <a:rPr lang="tr-TR" dirty="0"/>
              <a:t>", </a:t>
            </a:r>
            <a:r>
              <a:rPr lang="tr-TR" dirty="0" err="1"/>
              <a:t>ax</a:t>
            </a:r>
            <a:r>
              <a:rPr lang="tr-TR" dirty="0"/>
              <a:t>=</a:t>
            </a:r>
            <a:r>
              <a:rPr lang="tr-TR" dirty="0" err="1"/>
              <a:t>axs</a:t>
            </a:r>
            <a:r>
              <a:rPr lang="tr-TR" dirty="0"/>
              <a:t>[1, 0])</a:t>
            </a:r>
          </a:p>
          <a:p>
            <a:r>
              <a:rPr lang="tr-TR" dirty="0" err="1"/>
              <a:t>sns.histplot</a:t>
            </a:r>
            <a:r>
              <a:rPr lang="tr-TR" dirty="0"/>
              <a:t>(data=</a:t>
            </a:r>
            <a:r>
              <a:rPr lang="tr-TR" dirty="0" err="1"/>
              <a:t>final_df</a:t>
            </a:r>
            <a:r>
              <a:rPr lang="tr-TR" dirty="0"/>
              <a:t>, x=</a:t>
            </a:r>
            <a:r>
              <a:rPr lang="tr-TR" dirty="0" err="1"/>
              <a:t>num_features</a:t>
            </a:r>
            <a:r>
              <a:rPr lang="tr-TR" dirty="0"/>
              <a:t>[3], </a:t>
            </a:r>
            <a:r>
              <a:rPr lang="tr-TR" dirty="0" err="1"/>
              <a:t>kde</a:t>
            </a:r>
            <a:r>
              <a:rPr lang="tr-TR" dirty="0"/>
              <a:t>=True, </a:t>
            </a:r>
            <a:r>
              <a:rPr lang="tr-TR" dirty="0" err="1"/>
              <a:t>color</a:t>
            </a:r>
            <a:r>
              <a:rPr lang="tr-TR" dirty="0"/>
              <a:t>="</a:t>
            </a:r>
            <a:r>
              <a:rPr lang="tr-TR" dirty="0" err="1"/>
              <a:t>teal</a:t>
            </a:r>
            <a:r>
              <a:rPr lang="tr-TR" dirty="0"/>
              <a:t>", </a:t>
            </a:r>
            <a:r>
              <a:rPr lang="tr-TR" dirty="0" err="1"/>
              <a:t>ax</a:t>
            </a:r>
            <a:r>
              <a:rPr lang="tr-TR" dirty="0"/>
              <a:t>=</a:t>
            </a:r>
            <a:r>
              <a:rPr lang="tr-TR" dirty="0" err="1"/>
              <a:t>axs</a:t>
            </a:r>
            <a:r>
              <a:rPr lang="tr-TR" dirty="0"/>
              <a:t>[1, 1])</a:t>
            </a:r>
          </a:p>
          <a:p>
            <a:r>
              <a:rPr lang="tr-TR" dirty="0" err="1"/>
              <a:t>sns.histplot</a:t>
            </a:r>
            <a:r>
              <a:rPr lang="tr-TR" dirty="0"/>
              <a:t>(data=</a:t>
            </a:r>
            <a:r>
              <a:rPr lang="tr-TR" dirty="0" err="1"/>
              <a:t>final_df</a:t>
            </a:r>
            <a:r>
              <a:rPr lang="tr-TR" dirty="0"/>
              <a:t>, x=</a:t>
            </a:r>
            <a:r>
              <a:rPr lang="tr-TR" dirty="0" err="1"/>
              <a:t>num_features</a:t>
            </a:r>
            <a:r>
              <a:rPr lang="tr-TR" dirty="0"/>
              <a:t>[4], </a:t>
            </a:r>
            <a:r>
              <a:rPr lang="tr-TR" dirty="0" err="1"/>
              <a:t>kde</a:t>
            </a:r>
            <a:r>
              <a:rPr lang="tr-TR" dirty="0"/>
              <a:t>=True, </a:t>
            </a:r>
            <a:r>
              <a:rPr lang="tr-TR" dirty="0" err="1"/>
              <a:t>color</a:t>
            </a:r>
            <a:r>
              <a:rPr lang="tr-TR" dirty="0"/>
              <a:t>="</a:t>
            </a:r>
            <a:r>
              <a:rPr lang="tr-TR" dirty="0" err="1"/>
              <a:t>bisque</a:t>
            </a:r>
            <a:r>
              <a:rPr lang="tr-TR" dirty="0"/>
              <a:t>", </a:t>
            </a:r>
            <a:r>
              <a:rPr lang="tr-TR" dirty="0" err="1"/>
              <a:t>ax</a:t>
            </a:r>
            <a:r>
              <a:rPr lang="tr-TR" dirty="0"/>
              <a:t>=</a:t>
            </a:r>
            <a:r>
              <a:rPr lang="tr-TR" dirty="0" err="1"/>
              <a:t>axs</a:t>
            </a:r>
            <a:r>
              <a:rPr lang="tr-TR" dirty="0"/>
              <a:t>[2, 0])</a:t>
            </a:r>
          </a:p>
          <a:p>
            <a:r>
              <a:rPr lang="tr-TR" dirty="0" err="1"/>
              <a:t>fig.tight_layout</a:t>
            </a:r>
            <a:r>
              <a:rPr lang="tr-TR" dirty="0"/>
              <a:t>()</a:t>
            </a:r>
          </a:p>
          <a:p>
            <a:r>
              <a:rPr lang="tr-TR" dirty="0" err="1"/>
              <a:t>plt.show</a:t>
            </a:r>
            <a:r>
              <a:rPr lang="tr-TR" dirty="0"/>
              <a:t>()</a:t>
            </a:r>
          </a:p>
          <a:p>
            <a:endParaRPr lang="tr-TR" dirty="0"/>
          </a:p>
        </p:txBody>
      </p:sp>
      <p:pic>
        <p:nvPicPr>
          <p:cNvPr id="6" name="İçerik Yer Tutucusu 5">
            <a:extLst>
              <a:ext uri="{FF2B5EF4-FFF2-40B4-BE49-F238E27FC236}">
                <a16:creationId xmlns:a16="http://schemas.microsoft.com/office/drawing/2014/main" id="{1D4021F7-66CD-F6ED-8C58-9D3945B3459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218" y="2603500"/>
            <a:ext cx="3025490" cy="3797300"/>
          </a:xfrm>
        </p:spPr>
      </p:pic>
    </p:spTree>
    <p:extLst>
      <p:ext uri="{BB962C8B-B14F-4D97-AF65-F5344CB8AC3E}">
        <p14:creationId xmlns:p14="http://schemas.microsoft.com/office/powerpoint/2010/main" val="2531022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AFA18C2-2C56-ABA3-E1F6-8CEAC3894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9D4F707-B45B-CF62-7222-C049C55E3A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tr-TR" dirty="0" err="1"/>
              <a:t>final_df.isna</a:t>
            </a:r>
            <a:r>
              <a:rPr lang="tr-TR" dirty="0"/>
              <a:t>().</a:t>
            </a:r>
            <a:r>
              <a:rPr lang="tr-TR" dirty="0" err="1"/>
              <a:t>sum</a:t>
            </a:r>
            <a:r>
              <a:rPr lang="tr-TR" dirty="0">
                <a:solidFill>
                  <a:srgbClr val="FF0000"/>
                </a:solidFill>
              </a:rPr>
              <a:t>()[Eksik veri tespitini yapar.]</a:t>
            </a:r>
          </a:p>
          <a:p>
            <a:r>
              <a:rPr lang="tr-TR" dirty="0" err="1"/>
              <a:t>msno.matrix</a:t>
            </a:r>
            <a:r>
              <a:rPr lang="tr-TR" dirty="0"/>
              <a:t>(</a:t>
            </a:r>
            <a:r>
              <a:rPr lang="tr-TR" dirty="0" err="1"/>
              <a:t>final_df</a:t>
            </a:r>
            <a:r>
              <a:rPr lang="tr-TR" dirty="0"/>
              <a:t>)</a:t>
            </a:r>
          </a:p>
          <a:p>
            <a:r>
              <a:rPr lang="tr-TR" dirty="0" err="1"/>
              <a:t>plt.show</a:t>
            </a:r>
            <a:r>
              <a:rPr lang="tr-TR" dirty="0"/>
              <a:t>()</a:t>
            </a:r>
          </a:p>
          <a:p>
            <a:endParaRPr lang="tr-TR" dirty="0"/>
          </a:p>
        </p:txBody>
      </p:sp>
      <p:pic>
        <p:nvPicPr>
          <p:cNvPr id="6" name="İçerik Yer Tutucusu 5">
            <a:extLst>
              <a:ext uri="{FF2B5EF4-FFF2-40B4-BE49-F238E27FC236}">
                <a16:creationId xmlns:a16="http://schemas.microsoft.com/office/drawing/2014/main" id="{EF4FCC28-70A5-00A0-0C56-B836DCE9BD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712" y="2603500"/>
            <a:ext cx="5397133" cy="3515945"/>
          </a:xfrm>
        </p:spPr>
      </p:pic>
    </p:spTree>
    <p:extLst>
      <p:ext uri="{BB962C8B-B14F-4D97-AF65-F5344CB8AC3E}">
        <p14:creationId xmlns:p14="http://schemas.microsoft.com/office/powerpoint/2010/main" val="1569205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FB4CF1D-AD20-09CC-4585-D0DC7281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89A6887-0898-4C19-E41C-EFC2CBC0A3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670691"/>
          </a:xfrm>
        </p:spPr>
        <p:txBody>
          <a:bodyPr>
            <a:normAutofit fontScale="92500" lnSpcReduction="20000"/>
          </a:bodyPr>
          <a:lstStyle/>
          <a:p>
            <a:r>
              <a:rPr lang="tr-TR" dirty="0" err="1"/>
              <a:t>mean_imputer</a:t>
            </a:r>
            <a:r>
              <a:rPr lang="tr-TR" dirty="0"/>
              <a:t> = </a:t>
            </a:r>
            <a:r>
              <a:rPr lang="tr-TR" dirty="0" err="1"/>
              <a:t>SimpleImputer</a:t>
            </a:r>
            <a:r>
              <a:rPr lang="tr-TR" dirty="0"/>
              <a:t>(</a:t>
            </a:r>
            <a:r>
              <a:rPr lang="tr-TR" dirty="0" err="1"/>
              <a:t>strategy</a:t>
            </a:r>
            <a:r>
              <a:rPr lang="tr-TR" dirty="0"/>
              <a:t>='</a:t>
            </a:r>
            <a:r>
              <a:rPr lang="tr-TR" dirty="0" err="1"/>
              <a:t>mean</a:t>
            </a:r>
            <a:r>
              <a:rPr lang="tr-TR" dirty="0"/>
              <a:t>')</a:t>
            </a:r>
          </a:p>
          <a:p>
            <a:r>
              <a:rPr lang="tr-TR" dirty="0" err="1"/>
              <a:t>final_df</a:t>
            </a:r>
            <a:r>
              <a:rPr lang="tr-TR" dirty="0"/>
              <a:t>['</a:t>
            </a:r>
            <a:r>
              <a:rPr lang="tr-TR" dirty="0" err="1"/>
              <a:t>Diagnosis</a:t>
            </a:r>
            <a:r>
              <a:rPr lang="tr-TR" dirty="0"/>
              <a:t> Age'] = </a:t>
            </a:r>
            <a:r>
              <a:rPr lang="tr-TR" dirty="0" err="1"/>
              <a:t>mean_imputer.fit_transform</a:t>
            </a:r>
            <a:r>
              <a:rPr lang="tr-TR" dirty="0"/>
              <a:t>(</a:t>
            </a:r>
            <a:r>
              <a:rPr lang="tr-TR" dirty="0" err="1"/>
              <a:t>final_df</a:t>
            </a:r>
            <a:r>
              <a:rPr lang="tr-TR" dirty="0"/>
              <a:t>[['</a:t>
            </a:r>
            <a:r>
              <a:rPr lang="tr-TR" dirty="0" err="1"/>
              <a:t>Diagnosis</a:t>
            </a:r>
            <a:r>
              <a:rPr lang="tr-TR" dirty="0"/>
              <a:t> Age']])</a:t>
            </a:r>
          </a:p>
          <a:p>
            <a:r>
              <a:rPr lang="tr-TR" dirty="0" err="1"/>
              <a:t>median_imputer</a:t>
            </a:r>
            <a:r>
              <a:rPr lang="tr-TR" dirty="0"/>
              <a:t> = </a:t>
            </a:r>
            <a:r>
              <a:rPr lang="tr-TR" dirty="0" err="1"/>
              <a:t>SimpleImputer</a:t>
            </a:r>
            <a:r>
              <a:rPr lang="tr-TR" dirty="0"/>
              <a:t>(</a:t>
            </a:r>
            <a:r>
              <a:rPr lang="tr-TR" dirty="0" err="1"/>
              <a:t>strategy</a:t>
            </a:r>
            <a:r>
              <a:rPr lang="tr-TR" dirty="0"/>
              <a:t>='</a:t>
            </a:r>
            <a:r>
              <a:rPr lang="tr-TR" dirty="0" err="1"/>
              <a:t>median</a:t>
            </a:r>
            <a:r>
              <a:rPr lang="tr-TR" dirty="0"/>
              <a:t>')</a:t>
            </a:r>
          </a:p>
          <a:p>
            <a:r>
              <a:rPr lang="tr-TR" dirty="0" err="1"/>
              <a:t>final_df</a:t>
            </a:r>
            <a:r>
              <a:rPr lang="tr-TR" dirty="0"/>
              <a:t>[['MSI MANTIS </a:t>
            </a:r>
            <a:r>
              <a:rPr lang="tr-TR" dirty="0" err="1"/>
              <a:t>Score</a:t>
            </a:r>
            <a:r>
              <a:rPr lang="tr-TR" dirty="0"/>
              <a:t>', '</a:t>
            </a:r>
            <a:r>
              <a:rPr lang="tr-TR" dirty="0" err="1"/>
              <a:t>MSIsensor</a:t>
            </a:r>
            <a:r>
              <a:rPr lang="tr-TR" dirty="0"/>
              <a:t> </a:t>
            </a:r>
            <a:r>
              <a:rPr lang="tr-TR" dirty="0" err="1"/>
              <a:t>Score</a:t>
            </a:r>
            <a:r>
              <a:rPr lang="tr-TR" dirty="0"/>
              <a:t>', '</a:t>
            </a:r>
            <a:r>
              <a:rPr lang="tr-TR" dirty="0" err="1"/>
              <a:t>Mutation</a:t>
            </a:r>
            <a:r>
              <a:rPr lang="tr-TR" dirty="0"/>
              <a:t> </a:t>
            </a:r>
            <a:r>
              <a:rPr lang="tr-TR" dirty="0" err="1"/>
              <a:t>Count</a:t>
            </a:r>
            <a:r>
              <a:rPr lang="tr-TR" dirty="0"/>
              <a:t>', '</a:t>
            </a:r>
            <a:r>
              <a:rPr lang="tr-TR" dirty="0" err="1"/>
              <a:t>Fraction</a:t>
            </a:r>
            <a:r>
              <a:rPr lang="tr-TR" dirty="0"/>
              <a:t> </a:t>
            </a:r>
            <a:r>
              <a:rPr lang="tr-TR" dirty="0" err="1"/>
              <a:t>Genome</a:t>
            </a:r>
            <a:r>
              <a:rPr lang="tr-TR" dirty="0"/>
              <a:t> </a:t>
            </a:r>
            <a:r>
              <a:rPr lang="tr-TR" dirty="0" err="1"/>
              <a:t>Altered</a:t>
            </a:r>
            <a:r>
              <a:rPr lang="tr-TR" dirty="0"/>
              <a:t>']] = </a:t>
            </a:r>
            <a:r>
              <a:rPr lang="tr-TR" dirty="0" err="1"/>
              <a:t>median_imputer.fit_transform</a:t>
            </a:r>
            <a:r>
              <a:rPr lang="tr-TR" dirty="0"/>
              <a:t>(</a:t>
            </a:r>
            <a:r>
              <a:rPr lang="tr-TR" dirty="0" err="1"/>
              <a:t>final_df</a:t>
            </a:r>
            <a:r>
              <a:rPr lang="tr-TR" dirty="0"/>
              <a:t>[['MSI MANTIS </a:t>
            </a:r>
            <a:r>
              <a:rPr lang="tr-TR" dirty="0" err="1"/>
              <a:t>Score</a:t>
            </a:r>
            <a:r>
              <a:rPr lang="tr-TR" dirty="0"/>
              <a:t>', '</a:t>
            </a:r>
            <a:r>
              <a:rPr lang="tr-TR" dirty="0" err="1"/>
              <a:t>MSIsensor</a:t>
            </a:r>
            <a:r>
              <a:rPr lang="tr-TR" dirty="0"/>
              <a:t> </a:t>
            </a:r>
            <a:r>
              <a:rPr lang="tr-TR" dirty="0" err="1"/>
              <a:t>Score</a:t>
            </a:r>
            <a:r>
              <a:rPr lang="tr-TR" dirty="0"/>
              <a:t>', '</a:t>
            </a:r>
            <a:r>
              <a:rPr lang="tr-TR" dirty="0" err="1"/>
              <a:t>Mutation</a:t>
            </a:r>
            <a:r>
              <a:rPr lang="tr-TR" dirty="0"/>
              <a:t> </a:t>
            </a:r>
            <a:r>
              <a:rPr lang="tr-TR" dirty="0" err="1"/>
              <a:t>Count</a:t>
            </a:r>
            <a:r>
              <a:rPr lang="tr-TR" dirty="0"/>
              <a:t>', '</a:t>
            </a:r>
            <a:r>
              <a:rPr lang="tr-TR" dirty="0" err="1"/>
              <a:t>Fraction</a:t>
            </a:r>
            <a:r>
              <a:rPr lang="tr-TR" dirty="0"/>
              <a:t> </a:t>
            </a:r>
            <a:r>
              <a:rPr lang="tr-TR" dirty="0" err="1"/>
              <a:t>Genome</a:t>
            </a:r>
            <a:r>
              <a:rPr lang="tr-TR" dirty="0"/>
              <a:t> </a:t>
            </a:r>
            <a:r>
              <a:rPr lang="tr-TR" dirty="0" err="1"/>
              <a:t>Altered</a:t>
            </a:r>
            <a:r>
              <a:rPr lang="tr-TR" dirty="0"/>
              <a:t>']])</a:t>
            </a:r>
          </a:p>
          <a:p>
            <a:endParaRPr lang="tr-TR" dirty="0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77D6779-0EB6-B418-FC70-C67E00A13EA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dirty="0"/>
              <a:t>Eksik verileri doldurur.</a:t>
            </a:r>
          </a:p>
          <a:p>
            <a:r>
              <a:rPr lang="tr-TR" b="1" dirty="0"/>
              <a:t>Ortalama ile doldurur. (</a:t>
            </a:r>
            <a:r>
              <a:rPr lang="tr-TR" b="1" dirty="0" err="1"/>
              <a:t>strategy</a:t>
            </a:r>
            <a:r>
              <a:rPr lang="tr-TR" b="1" dirty="0"/>
              <a:t>)</a:t>
            </a:r>
            <a:endParaRPr lang="tr-TR" dirty="0"/>
          </a:p>
          <a:p>
            <a:r>
              <a:rPr lang="tr-TR" dirty="0"/>
              <a:t>Sütun seçer,</a:t>
            </a:r>
          </a:p>
          <a:p>
            <a:r>
              <a:rPr lang="tr-TR" dirty="0"/>
              <a:t>Sütunun ortalamasını hesaplar,</a:t>
            </a:r>
          </a:p>
          <a:p>
            <a:r>
              <a:rPr lang="tr-TR" dirty="0"/>
              <a:t>Bu değerleri ortalama ile değiştirir.</a:t>
            </a:r>
          </a:p>
          <a:p>
            <a:r>
              <a:rPr lang="tr-TR" dirty="0"/>
              <a:t>Eksik verileri </a:t>
            </a:r>
            <a:r>
              <a:rPr lang="tr-TR" dirty="0" err="1"/>
              <a:t>median</a:t>
            </a:r>
            <a:r>
              <a:rPr lang="tr-TR" dirty="0"/>
              <a:t>(ortanca değer) ile doldurur.</a:t>
            </a:r>
          </a:p>
          <a:p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50949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2C692AA-A5A5-40B3-6096-BF858FA28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680EF1B-45A2-E382-9131-3E7535EFE6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tr-TR" dirty="0" err="1"/>
              <a:t>sns.countplot</a:t>
            </a:r>
            <a:r>
              <a:rPr lang="tr-TR" dirty="0"/>
              <a:t>(x='</a:t>
            </a:r>
            <a:r>
              <a:rPr lang="tr-TR" dirty="0" err="1"/>
              <a:t>Tumor</a:t>
            </a:r>
            <a:r>
              <a:rPr lang="tr-TR" dirty="0"/>
              <a:t> </a:t>
            </a:r>
            <a:r>
              <a:rPr lang="tr-TR" dirty="0" err="1"/>
              <a:t>Hystopathological</a:t>
            </a:r>
            <a:r>
              <a:rPr lang="tr-TR" dirty="0"/>
              <a:t> </a:t>
            </a:r>
            <a:r>
              <a:rPr lang="tr-TR" dirty="0" err="1"/>
              <a:t>classification</a:t>
            </a:r>
            <a:r>
              <a:rPr lang="tr-TR" dirty="0"/>
              <a:t>', data=</a:t>
            </a:r>
            <a:r>
              <a:rPr lang="tr-TR" dirty="0" err="1"/>
              <a:t>final_df</a:t>
            </a:r>
            <a:r>
              <a:rPr lang="tr-TR" dirty="0"/>
              <a:t>, palette="Set1", </a:t>
            </a:r>
            <a:r>
              <a:rPr lang="tr-TR" dirty="0" err="1"/>
              <a:t>edgecolor</a:t>
            </a:r>
            <a:r>
              <a:rPr lang="tr-TR" dirty="0"/>
              <a:t>='</a:t>
            </a:r>
            <a:r>
              <a:rPr lang="tr-TR" dirty="0" err="1"/>
              <a:t>black</a:t>
            </a:r>
            <a:r>
              <a:rPr lang="tr-TR" dirty="0"/>
              <a:t>')</a:t>
            </a:r>
          </a:p>
          <a:p>
            <a:r>
              <a:rPr lang="tr-TR" dirty="0" err="1"/>
              <a:t>plt.xticks</a:t>
            </a:r>
            <a:r>
              <a:rPr lang="tr-TR" dirty="0"/>
              <a:t>(</a:t>
            </a:r>
            <a:r>
              <a:rPr lang="tr-TR" dirty="0" err="1"/>
              <a:t>rotation</a:t>
            </a:r>
            <a:r>
              <a:rPr lang="tr-TR" dirty="0"/>
              <a:t>=45)</a:t>
            </a:r>
          </a:p>
          <a:p>
            <a:r>
              <a:rPr lang="tr-TR" dirty="0" err="1"/>
              <a:t>plt.show</a:t>
            </a:r>
            <a:r>
              <a:rPr lang="tr-TR" dirty="0"/>
              <a:t>()</a:t>
            </a:r>
          </a:p>
          <a:p>
            <a:endParaRPr lang="tr-TR" dirty="0"/>
          </a:p>
        </p:txBody>
      </p:sp>
      <p:pic>
        <p:nvPicPr>
          <p:cNvPr id="6" name="İçerik Yer Tutucusu 5">
            <a:extLst>
              <a:ext uri="{FF2B5EF4-FFF2-40B4-BE49-F238E27FC236}">
                <a16:creationId xmlns:a16="http://schemas.microsoft.com/office/drawing/2014/main" id="{95AE0999-681B-D949-4B64-41BF7BF6EB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2405" y="2349305"/>
            <a:ext cx="4197681" cy="4121833"/>
          </a:xfrm>
        </p:spPr>
      </p:pic>
    </p:spTree>
    <p:extLst>
      <p:ext uri="{BB962C8B-B14F-4D97-AF65-F5344CB8AC3E}">
        <p14:creationId xmlns:p14="http://schemas.microsoft.com/office/powerpoint/2010/main" val="1751389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E4C28D0-74C9-5EA4-7C10-405770B26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FAB8328-001C-310F-1628-0F18DEAFD2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tr-TR" dirty="0" err="1"/>
              <a:t>sns.countplot</a:t>
            </a:r>
            <a:r>
              <a:rPr lang="tr-TR" dirty="0"/>
              <a:t>(x='</a:t>
            </a:r>
            <a:r>
              <a:rPr lang="tr-TR" dirty="0" err="1"/>
              <a:t>Tumor</a:t>
            </a:r>
            <a:r>
              <a:rPr lang="tr-TR" dirty="0"/>
              <a:t> </a:t>
            </a:r>
            <a:r>
              <a:rPr lang="tr-TR" dirty="0" err="1"/>
              <a:t>Molecular</a:t>
            </a:r>
            <a:r>
              <a:rPr lang="tr-TR" dirty="0"/>
              <a:t> </a:t>
            </a:r>
            <a:r>
              <a:rPr lang="tr-TR" dirty="0" err="1"/>
              <a:t>classification</a:t>
            </a:r>
            <a:r>
              <a:rPr lang="tr-TR" dirty="0"/>
              <a:t>', data=</a:t>
            </a:r>
            <a:r>
              <a:rPr lang="tr-TR" dirty="0" err="1"/>
              <a:t>final_df</a:t>
            </a:r>
            <a:r>
              <a:rPr lang="tr-TR" dirty="0"/>
              <a:t>, palette='Set1', </a:t>
            </a:r>
            <a:r>
              <a:rPr lang="tr-TR" dirty="0" err="1"/>
              <a:t>edgecolor</a:t>
            </a:r>
            <a:r>
              <a:rPr lang="tr-TR" dirty="0"/>
              <a:t>='</a:t>
            </a:r>
            <a:r>
              <a:rPr lang="tr-TR" dirty="0" err="1"/>
              <a:t>black</a:t>
            </a:r>
            <a:r>
              <a:rPr lang="tr-TR" dirty="0"/>
              <a:t>')</a:t>
            </a:r>
          </a:p>
          <a:p>
            <a:r>
              <a:rPr lang="tr-TR" dirty="0" err="1"/>
              <a:t>plt.xticks</a:t>
            </a:r>
            <a:r>
              <a:rPr lang="tr-TR" dirty="0"/>
              <a:t>(</a:t>
            </a:r>
            <a:r>
              <a:rPr lang="tr-TR" dirty="0" err="1"/>
              <a:t>rotation</a:t>
            </a:r>
            <a:r>
              <a:rPr lang="tr-TR" dirty="0"/>
              <a:t>=45)</a:t>
            </a:r>
          </a:p>
          <a:p>
            <a:r>
              <a:rPr lang="tr-TR" dirty="0" err="1"/>
              <a:t>plt.show</a:t>
            </a:r>
            <a:r>
              <a:rPr lang="tr-TR" dirty="0"/>
              <a:t>()</a:t>
            </a:r>
          </a:p>
        </p:txBody>
      </p:sp>
      <p:pic>
        <p:nvPicPr>
          <p:cNvPr id="6" name="İçerik Yer Tutucusu 5">
            <a:extLst>
              <a:ext uri="{FF2B5EF4-FFF2-40B4-BE49-F238E27FC236}">
                <a16:creationId xmlns:a16="http://schemas.microsoft.com/office/drawing/2014/main" id="{F5EBCD60-1754-E307-FE7D-3E60FFF7C1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6052" y="2603499"/>
            <a:ext cx="4320993" cy="3853571"/>
          </a:xfrm>
        </p:spPr>
      </p:pic>
    </p:spTree>
    <p:extLst>
      <p:ext uri="{BB962C8B-B14F-4D97-AF65-F5344CB8AC3E}">
        <p14:creationId xmlns:p14="http://schemas.microsoft.com/office/powerpoint/2010/main" val="3193223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B0D214-0047-063E-325A-10B69BACD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818A441-5D2A-6DA8-4ED8-7200D3D30D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tr-TR" dirty="0" err="1"/>
              <a:t>sns.heatmap</a:t>
            </a:r>
            <a:r>
              <a:rPr lang="tr-TR" dirty="0"/>
              <a:t>(</a:t>
            </a:r>
            <a:r>
              <a:rPr lang="tr-TR" dirty="0" err="1"/>
              <a:t>final_df.select_dtypes</a:t>
            </a:r>
            <a:r>
              <a:rPr lang="tr-TR" dirty="0"/>
              <a:t>(</a:t>
            </a:r>
            <a:r>
              <a:rPr lang="tr-TR" dirty="0" err="1"/>
              <a:t>exclude</a:t>
            </a:r>
            <a:r>
              <a:rPr lang="tr-TR" dirty="0"/>
              <a:t>='</a:t>
            </a:r>
            <a:r>
              <a:rPr lang="tr-TR" dirty="0" err="1"/>
              <a:t>object</a:t>
            </a:r>
            <a:r>
              <a:rPr lang="tr-TR" dirty="0"/>
              <a:t>').</a:t>
            </a:r>
            <a:r>
              <a:rPr lang="tr-TR" dirty="0" err="1"/>
              <a:t>corr</a:t>
            </a:r>
            <a:r>
              <a:rPr lang="tr-TR" dirty="0"/>
              <a:t>(), </a:t>
            </a:r>
            <a:r>
              <a:rPr lang="tr-TR" dirty="0" err="1"/>
              <a:t>annot</a:t>
            </a:r>
            <a:r>
              <a:rPr lang="tr-TR" dirty="0"/>
              <a:t>=True, </a:t>
            </a:r>
            <a:r>
              <a:rPr lang="tr-TR" dirty="0" err="1"/>
              <a:t>cmap</a:t>
            </a:r>
            <a:r>
              <a:rPr lang="tr-TR" dirty="0"/>
              <a:t>='</a:t>
            </a:r>
            <a:r>
              <a:rPr lang="tr-TR" dirty="0" err="1"/>
              <a:t>coolwarm</a:t>
            </a:r>
            <a:r>
              <a:rPr lang="tr-TR" dirty="0"/>
              <a:t>')</a:t>
            </a:r>
          </a:p>
          <a:p>
            <a:r>
              <a:rPr lang="tr-TR" dirty="0" err="1"/>
              <a:t>plt.show</a:t>
            </a:r>
            <a:r>
              <a:rPr lang="tr-TR" dirty="0"/>
              <a:t>()</a:t>
            </a:r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94D98A64-97EA-A0C2-8DBB-2FC0D83B7EF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84827" y="2603500"/>
            <a:ext cx="4825158" cy="389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246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F39C24C-473A-B242-030E-1B7BFFF49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658024E-344A-895A-60E8-B54386F22A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tr-TR" dirty="0" err="1"/>
              <a:t>sns.scatterplot</a:t>
            </a:r>
            <a:r>
              <a:rPr lang="tr-TR" dirty="0"/>
              <a:t>(data=</a:t>
            </a:r>
            <a:r>
              <a:rPr lang="tr-TR" dirty="0" err="1"/>
              <a:t>final_df</a:t>
            </a:r>
            <a:r>
              <a:rPr lang="tr-TR" dirty="0"/>
              <a:t>, x='</a:t>
            </a:r>
            <a:r>
              <a:rPr lang="tr-TR" dirty="0" err="1"/>
              <a:t>MSIsensor</a:t>
            </a:r>
            <a:r>
              <a:rPr lang="tr-TR" dirty="0"/>
              <a:t> </a:t>
            </a:r>
            <a:r>
              <a:rPr lang="tr-TR" dirty="0" err="1"/>
              <a:t>Score</a:t>
            </a:r>
            <a:r>
              <a:rPr lang="tr-TR" dirty="0"/>
              <a:t>', y='MSI MANTIS </a:t>
            </a:r>
            <a:r>
              <a:rPr lang="tr-TR" dirty="0" err="1"/>
              <a:t>Score</a:t>
            </a:r>
            <a:r>
              <a:rPr lang="tr-TR" dirty="0"/>
              <a:t>', </a:t>
            </a:r>
            <a:r>
              <a:rPr lang="tr-TR" dirty="0" err="1"/>
              <a:t>hue</a:t>
            </a:r>
            <a:r>
              <a:rPr lang="tr-TR" dirty="0"/>
              <a:t>='</a:t>
            </a:r>
            <a:r>
              <a:rPr lang="tr-TR" dirty="0" err="1"/>
              <a:t>Tumor</a:t>
            </a:r>
            <a:r>
              <a:rPr lang="tr-TR" dirty="0"/>
              <a:t> </a:t>
            </a:r>
            <a:r>
              <a:rPr lang="tr-TR" dirty="0" err="1"/>
              <a:t>Molecular</a:t>
            </a:r>
            <a:r>
              <a:rPr lang="tr-TR" dirty="0"/>
              <a:t> </a:t>
            </a:r>
            <a:r>
              <a:rPr lang="tr-TR" dirty="0" err="1"/>
              <a:t>classification</a:t>
            </a:r>
            <a:r>
              <a:rPr lang="tr-TR" dirty="0"/>
              <a:t>')</a:t>
            </a:r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B4DB4C1B-9396-B8FB-C167-C452753238E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85993" y="2603500"/>
            <a:ext cx="4469852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197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2C7B8C5-8E78-FEFB-CA52-64D179DE2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2F7888C-ABB4-A8F4-8429-9210EE75C3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tr-TR" dirty="0" err="1"/>
              <a:t>sns.scatterplot</a:t>
            </a:r>
            <a:r>
              <a:rPr lang="tr-TR" dirty="0"/>
              <a:t>(data=</a:t>
            </a:r>
            <a:r>
              <a:rPr lang="tr-TR" dirty="0" err="1"/>
              <a:t>final_df</a:t>
            </a:r>
            <a:r>
              <a:rPr lang="tr-TR" dirty="0"/>
              <a:t>, x='MSI MANTIS </a:t>
            </a:r>
            <a:r>
              <a:rPr lang="tr-TR" dirty="0" err="1"/>
              <a:t>Score</a:t>
            </a:r>
            <a:r>
              <a:rPr lang="tr-TR" dirty="0"/>
              <a:t>', y='</a:t>
            </a:r>
            <a:r>
              <a:rPr lang="tr-TR" dirty="0" err="1"/>
              <a:t>Mutation</a:t>
            </a:r>
            <a:r>
              <a:rPr lang="tr-TR" dirty="0"/>
              <a:t> </a:t>
            </a:r>
            <a:r>
              <a:rPr lang="tr-TR" dirty="0" err="1"/>
              <a:t>Count</a:t>
            </a:r>
            <a:r>
              <a:rPr lang="tr-TR" dirty="0"/>
              <a:t>', </a:t>
            </a:r>
            <a:r>
              <a:rPr lang="tr-TR" dirty="0" err="1"/>
              <a:t>hue</a:t>
            </a:r>
            <a:r>
              <a:rPr lang="tr-TR" dirty="0"/>
              <a:t>='</a:t>
            </a:r>
            <a:r>
              <a:rPr lang="tr-TR" dirty="0" err="1"/>
              <a:t>Tumor</a:t>
            </a:r>
            <a:r>
              <a:rPr lang="tr-TR" dirty="0"/>
              <a:t> </a:t>
            </a:r>
            <a:r>
              <a:rPr lang="tr-TR" dirty="0" err="1"/>
              <a:t>Molecular</a:t>
            </a:r>
            <a:r>
              <a:rPr lang="tr-TR" dirty="0"/>
              <a:t> </a:t>
            </a:r>
            <a:r>
              <a:rPr lang="tr-TR" dirty="0" err="1"/>
              <a:t>classification</a:t>
            </a:r>
            <a:r>
              <a:rPr lang="tr-TR" dirty="0"/>
              <a:t>')</a:t>
            </a:r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260EC224-1F73-9AAD-6ACF-22F8218D017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96905" y="2603500"/>
            <a:ext cx="4648027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992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4C9371E-4ADF-761B-8751-87426BDF9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B45B313-F134-5657-60C7-26DA13C676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tr-TR" dirty="0"/>
              <a:t>X = </a:t>
            </a:r>
            <a:r>
              <a:rPr lang="tr-TR" dirty="0" err="1"/>
              <a:t>final_df</a:t>
            </a:r>
            <a:r>
              <a:rPr lang="tr-TR" dirty="0"/>
              <a:t>[['</a:t>
            </a:r>
            <a:r>
              <a:rPr lang="tr-TR" dirty="0" err="1"/>
              <a:t>Mutation</a:t>
            </a:r>
            <a:r>
              <a:rPr lang="tr-TR" dirty="0"/>
              <a:t> </a:t>
            </a:r>
            <a:r>
              <a:rPr lang="tr-TR" dirty="0" err="1"/>
              <a:t>Count</a:t>
            </a:r>
            <a:r>
              <a:rPr lang="tr-TR" dirty="0"/>
              <a:t>', '</a:t>
            </a:r>
            <a:r>
              <a:rPr lang="tr-TR" dirty="0" err="1"/>
              <a:t>Fraction</a:t>
            </a:r>
            <a:r>
              <a:rPr lang="tr-TR" dirty="0"/>
              <a:t> </a:t>
            </a:r>
            <a:r>
              <a:rPr lang="tr-TR" dirty="0" err="1"/>
              <a:t>Genome</a:t>
            </a:r>
            <a:r>
              <a:rPr lang="tr-TR" dirty="0"/>
              <a:t> </a:t>
            </a:r>
            <a:r>
              <a:rPr lang="tr-TR" dirty="0" err="1"/>
              <a:t>Altered</a:t>
            </a:r>
            <a:r>
              <a:rPr lang="tr-TR" dirty="0"/>
              <a:t>', 'MSI MANTIS </a:t>
            </a:r>
            <a:r>
              <a:rPr lang="tr-TR" dirty="0" err="1"/>
              <a:t>Score</a:t>
            </a:r>
            <a:r>
              <a:rPr lang="tr-TR" dirty="0"/>
              <a:t>', '</a:t>
            </a:r>
            <a:r>
              <a:rPr lang="tr-TR" dirty="0" err="1"/>
              <a:t>MSIsensor</a:t>
            </a:r>
            <a:r>
              <a:rPr lang="tr-TR" dirty="0"/>
              <a:t> </a:t>
            </a:r>
            <a:r>
              <a:rPr lang="tr-TR" dirty="0" err="1"/>
              <a:t>Score</a:t>
            </a:r>
            <a:r>
              <a:rPr lang="tr-TR" dirty="0"/>
              <a:t>']]</a:t>
            </a:r>
          </a:p>
          <a:p>
            <a:r>
              <a:rPr lang="tr-TR" dirty="0"/>
              <a:t>y = </a:t>
            </a:r>
            <a:r>
              <a:rPr lang="tr-TR" dirty="0" err="1"/>
              <a:t>final_df</a:t>
            </a:r>
            <a:r>
              <a:rPr lang="tr-TR" dirty="0"/>
              <a:t>['</a:t>
            </a:r>
            <a:r>
              <a:rPr lang="tr-TR" dirty="0" err="1"/>
              <a:t>Tumor</a:t>
            </a:r>
            <a:r>
              <a:rPr lang="tr-TR" dirty="0"/>
              <a:t> </a:t>
            </a:r>
            <a:r>
              <a:rPr lang="tr-TR" dirty="0" err="1"/>
              <a:t>Molecular</a:t>
            </a:r>
            <a:r>
              <a:rPr lang="tr-TR" dirty="0"/>
              <a:t> </a:t>
            </a:r>
            <a:r>
              <a:rPr lang="tr-TR" dirty="0" err="1"/>
              <a:t>classification</a:t>
            </a:r>
            <a:r>
              <a:rPr lang="tr-TR" dirty="0"/>
              <a:t>']</a:t>
            </a:r>
          </a:p>
          <a:p>
            <a:endParaRPr lang="tr-TR" dirty="0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C625BA9-B3D1-01D5-16BC-2E594C41107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tr-TR" dirty="0"/>
              <a:t>Modelin </a:t>
            </a:r>
            <a:r>
              <a:rPr lang="tr-TR" b="1" dirty="0"/>
              <a:t>öğreneceği girdiler (</a:t>
            </a:r>
            <a:r>
              <a:rPr lang="tr-TR" b="1" dirty="0" err="1"/>
              <a:t>features</a:t>
            </a:r>
            <a:r>
              <a:rPr lang="tr-TR" b="1" dirty="0"/>
              <a:t>)</a:t>
            </a:r>
            <a:endParaRPr lang="tr-TR" dirty="0"/>
          </a:p>
          <a:p>
            <a:r>
              <a:rPr lang="tr-TR" dirty="0" err="1"/>
              <a:t>Mutation</a:t>
            </a:r>
            <a:r>
              <a:rPr lang="tr-TR" dirty="0"/>
              <a:t> </a:t>
            </a:r>
            <a:r>
              <a:rPr lang="tr-TR" dirty="0" err="1"/>
              <a:t>Count</a:t>
            </a:r>
            <a:r>
              <a:rPr lang="tr-TR" dirty="0"/>
              <a:t> → mutasyon sayısı </a:t>
            </a:r>
          </a:p>
          <a:p>
            <a:r>
              <a:rPr lang="tr-TR" dirty="0" err="1"/>
              <a:t>Fraction</a:t>
            </a:r>
            <a:r>
              <a:rPr lang="tr-TR" dirty="0"/>
              <a:t> </a:t>
            </a:r>
            <a:r>
              <a:rPr lang="tr-TR" dirty="0" err="1"/>
              <a:t>Genome</a:t>
            </a:r>
            <a:r>
              <a:rPr lang="tr-TR" dirty="0"/>
              <a:t> </a:t>
            </a:r>
            <a:r>
              <a:rPr lang="tr-TR" dirty="0" err="1"/>
              <a:t>Altered</a:t>
            </a:r>
            <a:r>
              <a:rPr lang="tr-TR" dirty="0"/>
              <a:t> → genom değişim oranı </a:t>
            </a:r>
          </a:p>
          <a:p>
            <a:r>
              <a:rPr lang="tr-TR" dirty="0"/>
              <a:t>MSI MANTIS </a:t>
            </a:r>
            <a:r>
              <a:rPr lang="tr-TR" dirty="0" err="1"/>
              <a:t>Score</a:t>
            </a:r>
            <a:r>
              <a:rPr lang="tr-TR" dirty="0"/>
              <a:t> → genetik stabilite skoru </a:t>
            </a:r>
          </a:p>
          <a:p>
            <a:r>
              <a:rPr lang="tr-TR" dirty="0" err="1"/>
              <a:t>MSIsensor</a:t>
            </a:r>
            <a:r>
              <a:rPr lang="tr-TR" dirty="0"/>
              <a:t> </a:t>
            </a:r>
            <a:r>
              <a:rPr lang="tr-TR" dirty="0" err="1"/>
              <a:t>Score</a:t>
            </a:r>
            <a:r>
              <a:rPr lang="tr-TR" dirty="0"/>
              <a:t> → MSI ölçümü</a:t>
            </a:r>
          </a:p>
          <a:p>
            <a:r>
              <a:rPr lang="tr-TR" dirty="0"/>
              <a:t>Modelin tahmin etmeye çalıştığı sonuç.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73598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9D160CA-F7F2-FEC2-1EC8-CE1B7330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7E6C2E4-1D5A-AC86-3965-8B46930275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tr-TR" dirty="0" err="1"/>
              <a:t>import</a:t>
            </a:r>
            <a:r>
              <a:rPr lang="tr-TR" dirty="0"/>
              <a:t> </a:t>
            </a:r>
            <a:r>
              <a:rPr lang="tr-TR" dirty="0" err="1"/>
              <a:t>seaborn</a:t>
            </a:r>
            <a:r>
              <a:rPr lang="tr-TR" dirty="0"/>
              <a:t> as </a:t>
            </a:r>
            <a:r>
              <a:rPr lang="tr-TR" dirty="0" err="1"/>
              <a:t>sns</a:t>
            </a:r>
            <a:endParaRPr lang="tr-TR" dirty="0"/>
          </a:p>
          <a:p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sklearn.metrics</a:t>
            </a:r>
            <a:r>
              <a:rPr lang="tr-TR" dirty="0"/>
              <a:t> </a:t>
            </a:r>
            <a:r>
              <a:rPr lang="tr-TR" dirty="0" err="1"/>
              <a:t>import</a:t>
            </a:r>
            <a:r>
              <a:rPr lang="tr-TR" dirty="0"/>
              <a:t> </a:t>
            </a:r>
            <a:r>
              <a:rPr lang="tr-TR" dirty="0" err="1"/>
              <a:t>confusion_matrix</a:t>
            </a:r>
            <a:endParaRPr lang="tr-TR" dirty="0"/>
          </a:p>
          <a:p>
            <a:r>
              <a:rPr lang="tr-TR" dirty="0"/>
              <a:t>cm = </a:t>
            </a:r>
            <a:r>
              <a:rPr lang="tr-TR" dirty="0" err="1"/>
              <a:t>confusion_matrix</a:t>
            </a:r>
            <a:r>
              <a:rPr lang="tr-TR" dirty="0"/>
              <a:t>(</a:t>
            </a:r>
            <a:r>
              <a:rPr lang="tr-TR" dirty="0" err="1"/>
              <a:t>y_test</a:t>
            </a:r>
            <a:r>
              <a:rPr lang="tr-TR" dirty="0"/>
              <a:t>, </a:t>
            </a:r>
            <a:r>
              <a:rPr lang="tr-TR" dirty="0" err="1"/>
              <a:t>y_pred</a:t>
            </a:r>
            <a:r>
              <a:rPr lang="tr-TR" dirty="0"/>
              <a:t>)</a:t>
            </a:r>
          </a:p>
          <a:p>
            <a:r>
              <a:rPr lang="tr-TR" dirty="0" err="1"/>
              <a:t>sns.heatmap</a:t>
            </a:r>
            <a:r>
              <a:rPr lang="tr-TR" dirty="0"/>
              <a:t>(cm, </a:t>
            </a:r>
            <a:r>
              <a:rPr lang="tr-TR" dirty="0" err="1"/>
              <a:t>annot</a:t>
            </a:r>
            <a:r>
              <a:rPr lang="tr-TR" dirty="0"/>
              <a:t>=True, </a:t>
            </a:r>
            <a:r>
              <a:rPr lang="tr-TR" dirty="0" err="1"/>
              <a:t>fmt</a:t>
            </a:r>
            <a:r>
              <a:rPr lang="tr-TR" dirty="0"/>
              <a:t>="d")</a:t>
            </a:r>
          </a:p>
          <a:p>
            <a:r>
              <a:rPr lang="tr-TR" dirty="0" err="1"/>
              <a:t>plt.xlabel</a:t>
            </a:r>
            <a:r>
              <a:rPr lang="tr-TR" dirty="0"/>
              <a:t>("Tahmin")</a:t>
            </a:r>
          </a:p>
          <a:p>
            <a:r>
              <a:rPr lang="tr-TR" dirty="0" err="1"/>
              <a:t>plt.ylabel</a:t>
            </a:r>
            <a:r>
              <a:rPr lang="tr-TR" dirty="0"/>
              <a:t>("Gerçek")</a:t>
            </a:r>
          </a:p>
          <a:p>
            <a:r>
              <a:rPr lang="tr-TR" dirty="0" err="1"/>
              <a:t>plt.show</a:t>
            </a:r>
            <a:r>
              <a:rPr lang="tr-TR" dirty="0"/>
              <a:t>()</a:t>
            </a:r>
          </a:p>
          <a:p>
            <a:endParaRPr lang="tr-TR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8DA27D40-8A61-C12D-26EE-EB0FA015591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42096" y="2603500"/>
            <a:ext cx="4494949" cy="360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569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44D6FE1-173C-CAAC-E83B-2AADC0E4A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6C0048F-71C9-D25B-021B-F314BAF600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sklearn.metrics</a:t>
            </a:r>
            <a:r>
              <a:rPr lang="tr-TR" dirty="0"/>
              <a:t> </a:t>
            </a:r>
            <a:r>
              <a:rPr lang="tr-TR" dirty="0" err="1"/>
              <a:t>import</a:t>
            </a:r>
            <a:r>
              <a:rPr lang="tr-TR" dirty="0"/>
              <a:t> </a:t>
            </a:r>
            <a:r>
              <a:rPr lang="tr-TR" dirty="0" err="1"/>
              <a:t>classification_report</a:t>
            </a:r>
            <a:endParaRPr lang="tr-TR" dirty="0"/>
          </a:p>
          <a:p>
            <a:r>
              <a:rPr lang="tr-TR" dirty="0" err="1"/>
              <a:t>import</a:t>
            </a:r>
            <a:r>
              <a:rPr lang="tr-TR" dirty="0"/>
              <a:t> </a:t>
            </a:r>
            <a:r>
              <a:rPr lang="tr-TR" dirty="0" err="1"/>
              <a:t>pandas</a:t>
            </a:r>
            <a:r>
              <a:rPr lang="tr-TR" dirty="0"/>
              <a:t> as </a:t>
            </a:r>
            <a:r>
              <a:rPr lang="tr-TR" dirty="0" err="1"/>
              <a:t>pd</a:t>
            </a:r>
            <a:br>
              <a:rPr lang="tr-TR" dirty="0"/>
            </a:br>
            <a:endParaRPr lang="tr-TR" dirty="0"/>
          </a:p>
          <a:p>
            <a:r>
              <a:rPr lang="tr-TR" dirty="0" err="1"/>
              <a:t>report</a:t>
            </a:r>
            <a:r>
              <a:rPr lang="tr-TR" dirty="0"/>
              <a:t> = </a:t>
            </a:r>
            <a:r>
              <a:rPr lang="tr-TR" dirty="0" err="1"/>
              <a:t>classification_report</a:t>
            </a:r>
            <a:r>
              <a:rPr lang="tr-TR" dirty="0"/>
              <a:t>(</a:t>
            </a:r>
            <a:r>
              <a:rPr lang="tr-TR" dirty="0" err="1"/>
              <a:t>y_test</a:t>
            </a:r>
            <a:r>
              <a:rPr lang="tr-TR" dirty="0"/>
              <a:t>, </a:t>
            </a:r>
            <a:r>
              <a:rPr lang="tr-TR" dirty="0" err="1"/>
              <a:t>y_pred</a:t>
            </a:r>
            <a:r>
              <a:rPr lang="tr-TR" dirty="0"/>
              <a:t>, </a:t>
            </a:r>
            <a:r>
              <a:rPr lang="tr-TR" dirty="0" err="1"/>
              <a:t>output_dict</a:t>
            </a:r>
            <a:r>
              <a:rPr lang="tr-TR" dirty="0"/>
              <a:t>=True)</a:t>
            </a:r>
          </a:p>
          <a:p>
            <a:r>
              <a:rPr lang="tr-TR" dirty="0" err="1"/>
              <a:t>df_report</a:t>
            </a:r>
            <a:r>
              <a:rPr lang="tr-TR" dirty="0"/>
              <a:t> = </a:t>
            </a:r>
            <a:r>
              <a:rPr lang="tr-TR" dirty="0" err="1"/>
              <a:t>pd.DataFrame</a:t>
            </a:r>
            <a:r>
              <a:rPr lang="tr-TR" dirty="0"/>
              <a:t>(</a:t>
            </a:r>
            <a:r>
              <a:rPr lang="tr-TR" dirty="0" err="1"/>
              <a:t>report</a:t>
            </a:r>
            <a:r>
              <a:rPr lang="tr-TR" dirty="0"/>
              <a:t>).</a:t>
            </a:r>
            <a:r>
              <a:rPr lang="tr-TR" dirty="0" err="1"/>
              <a:t>transpose</a:t>
            </a:r>
            <a:r>
              <a:rPr lang="tr-TR" dirty="0"/>
              <a:t>()</a:t>
            </a:r>
            <a:br>
              <a:rPr lang="tr-TR" dirty="0"/>
            </a:br>
            <a:endParaRPr lang="tr-TR" dirty="0"/>
          </a:p>
          <a:p>
            <a:r>
              <a:rPr lang="tr-TR" dirty="0" err="1"/>
              <a:t>df_report</a:t>
            </a:r>
            <a:r>
              <a:rPr lang="tr-TR" dirty="0"/>
              <a:t>[['precision','recall','f1-score']].</a:t>
            </a:r>
            <a:r>
              <a:rPr lang="tr-TR" dirty="0" err="1"/>
              <a:t>plot</a:t>
            </a:r>
            <a:r>
              <a:rPr lang="tr-TR" dirty="0"/>
              <a:t>(</a:t>
            </a:r>
            <a:r>
              <a:rPr lang="tr-TR" dirty="0" err="1"/>
              <a:t>kind</a:t>
            </a:r>
            <a:r>
              <a:rPr lang="tr-TR" dirty="0"/>
              <a:t>='bar')</a:t>
            </a:r>
          </a:p>
          <a:p>
            <a:r>
              <a:rPr lang="tr-TR" dirty="0" err="1"/>
              <a:t>plt.show</a:t>
            </a:r>
            <a:r>
              <a:rPr lang="tr-TR" dirty="0"/>
              <a:t>()</a:t>
            </a:r>
          </a:p>
          <a:p>
            <a:endParaRPr lang="tr-TR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7F958BA0-EFD0-8381-A835-A015722B7BF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07854" y="2603499"/>
            <a:ext cx="3911728" cy="38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934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İyon Toplantı Odası">
  <a:themeElements>
    <a:clrScheme name="İyon Toplantı Odası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İyon Toplantı Odası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İyon Toplantı Odası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92</TotalTime>
  <Words>892</Words>
  <Application>Microsoft Office PowerPoint</Application>
  <PresentationFormat>Geniş ekran</PresentationFormat>
  <Paragraphs>89</Paragraphs>
  <Slides>14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İyon Toplantı Odası</vt:lpstr>
      <vt:lpstr>MAKİNE ÖĞRENMESİ</vt:lpstr>
      <vt:lpstr>Kütüphane: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sila yazici</dc:creator>
  <cp:lastModifiedBy>sila yazici</cp:lastModifiedBy>
  <cp:revision>1</cp:revision>
  <dcterms:created xsi:type="dcterms:W3CDTF">2026-04-23T15:46:30Z</dcterms:created>
  <dcterms:modified xsi:type="dcterms:W3CDTF">2026-04-23T17:19:01Z</dcterms:modified>
</cp:coreProperties>
</file>